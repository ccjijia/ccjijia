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39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3"/>
        <p:guide pos="396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slide" Target="slide1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635" cy="685863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257175"/>
            <a:ext cx="12192000" cy="63436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35" y="1744345"/>
            <a:ext cx="12192000" cy="33693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班级历史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金牌制作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讲解师：鸡架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同侧圆角矩形 7"/>
          <p:cNvSpPr/>
          <p:nvPr/>
        </p:nvSpPr>
        <p:spPr>
          <a:xfrm>
            <a:off x="0" y="0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鸡架制作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同侧圆角矩形 2"/>
          <p:cNvSpPr/>
          <p:nvPr/>
        </p:nvSpPr>
        <p:spPr>
          <a:xfrm>
            <a:off x="10209530" y="6600825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鸡架制作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179175" y="257175"/>
            <a:ext cx="1013460" cy="634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eaVert"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JIJIA</a:t>
            </a:r>
            <a:r>
              <a:rPr lang="zh-CN" altLang="en-US">
                <a:solidFill>
                  <a:schemeClr val="bg1"/>
                </a:solidFill>
              </a:rPr>
              <a:t>出版社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NYZZX&amp;NYTMS</a:t>
            </a:r>
            <a:r>
              <a:rPr lang="zh-CN" altLang="en-US">
                <a:solidFill>
                  <a:schemeClr val="bg1"/>
                </a:solidFill>
              </a:rPr>
              <a:t>专版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单圆角矩形 1"/>
          <p:cNvSpPr/>
          <p:nvPr/>
        </p:nvSpPr>
        <p:spPr>
          <a:xfrm rot="10800000" flipV="1">
            <a:off x="10756265" y="4479925"/>
            <a:ext cx="1436370" cy="633730"/>
          </a:xfrm>
          <a:prstGeom prst="round1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手游版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635" cy="2578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同侧圆角矩形 7"/>
          <p:cNvSpPr/>
          <p:nvPr/>
        </p:nvSpPr>
        <p:spPr>
          <a:xfrm>
            <a:off x="0" y="0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目录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-635" y="6600825"/>
            <a:ext cx="12192635" cy="2578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同侧圆角矩形 2"/>
          <p:cNvSpPr/>
          <p:nvPr/>
        </p:nvSpPr>
        <p:spPr>
          <a:xfrm>
            <a:off x="10209530" y="6600825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鸡架制作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1" name="圆角矩形 130">
            <a:hlinkClick r:id="rId1" action="ppaction://hlinksldjump"/>
          </p:cNvPr>
          <p:cNvSpPr/>
          <p:nvPr/>
        </p:nvSpPr>
        <p:spPr>
          <a:xfrm>
            <a:off x="187960" y="45593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 </a:t>
            </a:r>
            <a:r>
              <a:rPr lang="zh-CN" altLang="en-US"/>
              <a:t>准备课</a:t>
            </a:r>
            <a:endParaRPr lang="zh-CN" altLang="en-US"/>
          </a:p>
        </p:txBody>
      </p:sp>
      <p:sp>
        <p:nvSpPr>
          <p:cNvPr id="132" name="圆角矩形 131"/>
          <p:cNvSpPr/>
          <p:nvPr/>
        </p:nvSpPr>
        <p:spPr>
          <a:xfrm>
            <a:off x="3985895" y="459740"/>
            <a:ext cx="715010" cy="226631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U</a:t>
            </a:r>
            <a:endParaRPr lang="en-US" altLang="zh-CN"/>
          </a:p>
          <a:p>
            <a:pPr algn="ctr"/>
            <a:r>
              <a:rPr lang="en-US" altLang="zh-CN"/>
              <a:t>1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zh-CN" altLang="en-US"/>
              <a:t>基</a:t>
            </a:r>
            <a:endParaRPr lang="zh-CN" altLang="en-US"/>
          </a:p>
          <a:p>
            <a:pPr algn="ctr"/>
            <a:r>
              <a:rPr lang="zh-CN" altLang="en-US"/>
              <a:t>础</a:t>
            </a:r>
            <a:endParaRPr lang="zh-CN" altLang="en-US"/>
          </a:p>
        </p:txBody>
      </p:sp>
      <p:sp>
        <p:nvSpPr>
          <p:cNvPr id="133" name="圆角矩形 132"/>
          <p:cNvSpPr/>
          <p:nvPr/>
        </p:nvSpPr>
        <p:spPr>
          <a:xfrm>
            <a:off x="187960" y="91059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02 </a:t>
            </a:r>
            <a:r>
              <a:rPr lang="zh-CN" altLang="en-US"/>
              <a:t>初步概要</a:t>
            </a:r>
            <a:endParaRPr lang="zh-CN" altLang="en-US"/>
          </a:p>
        </p:txBody>
      </p:sp>
      <p:sp>
        <p:nvSpPr>
          <p:cNvPr id="134" name="圆角矩形 133">
            <a:hlinkClick r:id="rId2" action="ppaction://hlinksldjump"/>
          </p:cNvPr>
          <p:cNvSpPr/>
          <p:nvPr/>
        </p:nvSpPr>
        <p:spPr>
          <a:xfrm>
            <a:off x="187960" y="136525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03 </a:t>
            </a:r>
            <a:r>
              <a:rPr lang="zh-CN" altLang="en-US">
                <a:sym typeface="+mn-ea"/>
              </a:rPr>
              <a:t>基础干员与地图</a:t>
            </a:r>
            <a:endParaRPr lang="zh-CN" altLang="en-US">
              <a:sym typeface="+mn-ea"/>
            </a:endParaRPr>
          </a:p>
        </p:txBody>
      </p:sp>
      <p:sp>
        <p:nvSpPr>
          <p:cNvPr id="135" name="圆角矩形 134"/>
          <p:cNvSpPr/>
          <p:nvPr/>
        </p:nvSpPr>
        <p:spPr>
          <a:xfrm>
            <a:off x="187960" y="227457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05 </a:t>
            </a:r>
            <a:r>
              <a:rPr lang="zh-CN" altLang="en-US"/>
              <a:t>健康系统</a:t>
            </a:r>
            <a:endParaRPr lang="zh-CN" altLang="en-US"/>
          </a:p>
        </p:txBody>
      </p:sp>
      <p:sp>
        <p:nvSpPr>
          <p:cNvPr id="136" name="圆角矩形 135"/>
          <p:cNvSpPr/>
          <p:nvPr/>
        </p:nvSpPr>
        <p:spPr>
          <a:xfrm>
            <a:off x="187960" y="181991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04 </a:t>
            </a:r>
            <a:r>
              <a:rPr lang="zh-CN" altLang="en-US"/>
              <a:t>经济与物资</a:t>
            </a:r>
            <a:endParaRPr lang="zh-CN" altLang="en-US"/>
          </a:p>
        </p:txBody>
      </p:sp>
      <p:sp>
        <p:nvSpPr>
          <p:cNvPr id="13" name="同侧圆角矩形 12"/>
          <p:cNvSpPr/>
          <p:nvPr/>
        </p:nvSpPr>
        <p:spPr>
          <a:xfrm>
            <a:off x="0" y="635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目录（导图）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87960" y="318389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 </a:t>
            </a:r>
            <a:r>
              <a:rPr lang="zh-CN" altLang="en-US"/>
              <a:t>武器与防具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3985895" y="3187700"/>
            <a:ext cx="715010" cy="226631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U</a:t>
            </a:r>
            <a:endParaRPr lang="en-US" altLang="zh-CN"/>
          </a:p>
          <a:p>
            <a:pPr algn="ctr"/>
            <a:r>
              <a:rPr lang="en-US" altLang="zh-CN"/>
              <a:t>2</a:t>
            </a:r>
            <a:endParaRPr lang="en-US" altLang="zh-CN"/>
          </a:p>
          <a:p>
            <a:pPr algn="ctr"/>
            <a:endParaRPr lang="en-US" altLang="zh-CN"/>
          </a:p>
          <a:p>
            <a:pPr algn="ctr"/>
            <a:r>
              <a:rPr lang="zh-CN" altLang="en-US"/>
              <a:t>进</a:t>
            </a:r>
            <a:endParaRPr lang="zh-CN" altLang="en-US"/>
          </a:p>
          <a:p>
            <a:pPr algn="ctr"/>
            <a:r>
              <a:rPr lang="zh-CN" altLang="en-US"/>
              <a:t>阶</a:t>
            </a:r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87960" y="363855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02 </a:t>
            </a:r>
            <a:r>
              <a:rPr lang="zh-CN" altLang="en-US"/>
              <a:t>进阶</a:t>
            </a:r>
            <a:r>
              <a:rPr lang="zh-CN" altLang="en-US">
                <a:sym typeface="+mn-ea"/>
              </a:rPr>
              <a:t>干员与地图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87960" y="409321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03 </a:t>
            </a:r>
            <a:r>
              <a:rPr lang="zh-CN" altLang="en-US">
                <a:sym typeface="+mn-ea"/>
              </a:rPr>
              <a:t>特勤处</a:t>
            </a:r>
            <a:endParaRPr lang="zh-CN" altLang="en-US"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187960" y="454787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04 </a:t>
            </a:r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187960" y="5002530"/>
            <a:ext cx="3797935" cy="4514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05 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8" grpId="0" animBg="1"/>
      <p:bldP spid="8" grpId="1" animBg="1"/>
      <p:bldP spid="3" grpId="0" animBg="1"/>
      <p:bldP spid="3" grpId="1" animBg="1"/>
      <p:bldP spid="129" grpId="0" bldLvl="0" animBg="1"/>
      <p:bldP spid="129" grpId="1" animBg="1"/>
      <p:bldP spid="13" grpId="0" bldLvl="0" animBg="1"/>
      <p:bldP spid="13" grpId="1" animBg="1"/>
      <p:bldP spid="131" grpId="0" animBg="1"/>
      <p:bldP spid="133" grpId="0" animBg="1"/>
      <p:bldP spid="134" grpId="0" bldLvl="0" animBg="1"/>
      <p:bldP spid="136" grpId="0" animBg="1"/>
      <p:bldP spid="135" grpId="0" animBg="1"/>
      <p:bldP spid="132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15" grpId="0" animBg="1"/>
      <p:bldP spid="131" grpId="1" animBg="1"/>
      <p:bldP spid="133" grpId="1" animBg="1"/>
      <p:bldP spid="134" grpId="1" animBg="1"/>
      <p:bldP spid="136" grpId="1" animBg="1"/>
      <p:bldP spid="135" grpId="1" animBg="1"/>
      <p:bldP spid="132" grpId="1" animBg="1"/>
      <p:bldP spid="14" grpId="1" animBg="1"/>
      <p:bldP spid="16" grpId="1" animBg="1"/>
      <p:bldP spid="17" grpId="1" animBg="1"/>
      <p:bldP spid="18" grpId="1" animBg="1"/>
      <p:bldP spid="19" grpId="1" animBg="1"/>
      <p:bldP spid="1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635" cy="2578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同侧圆角矩形 7"/>
          <p:cNvSpPr/>
          <p:nvPr/>
        </p:nvSpPr>
        <p:spPr>
          <a:xfrm>
            <a:off x="0" y="0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目录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-635" y="6600825"/>
            <a:ext cx="12192635" cy="2578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同侧圆角矩形 2"/>
          <p:cNvSpPr/>
          <p:nvPr/>
        </p:nvSpPr>
        <p:spPr>
          <a:xfrm>
            <a:off x="10209530" y="6600825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准备课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同侧圆角矩形 12"/>
          <p:cNvSpPr/>
          <p:nvPr/>
        </p:nvSpPr>
        <p:spPr>
          <a:xfrm>
            <a:off x="0" y="635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第一单元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0" y="1940560"/>
            <a:ext cx="12192000" cy="2976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</a:pPr>
            <a:r>
              <a:rPr lang="zh-CN" altLang="en-US" sz="6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第一单元</a:t>
            </a:r>
            <a:r>
              <a:rPr lang="en-US" altLang="zh-CN" sz="6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60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第一课</a:t>
            </a:r>
            <a:endParaRPr lang="zh-CN" altLang="en-US" sz="60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96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准备课</a:t>
            </a:r>
            <a:endParaRPr lang="zh-CN" altLang="en-US" sz="96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7" grpId="1" animBg="1"/>
      <p:bldP spid="8" grpId="0" bldLvl="0" animBg="1"/>
      <p:bldP spid="8" grpId="1" animBg="1"/>
      <p:bldP spid="3" grpId="0" bldLvl="0" animBg="1"/>
      <p:bldP spid="3" grpId="1" animBg="1"/>
      <p:bldP spid="129" grpId="0" bldLvl="0" animBg="1"/>
      <p:bldP spid="129" grpId="1" animBg="1"/>
      <p:bldP spid="13" grpId="0" bldLvl="0" animBg="1"/>
      <p:bldP spid="13" grpId="1" animBg="1"/>
      <p:bldP spid="115" grpId="0"/>
      <p:bldP spid="11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635" cy="2578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基础介绍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同侧圆角矩形 7"/>
          <p:cNvSpPr/>
          <p:nvPr/>
        </p:nvSpPr>
        <p:spPr>
          <a:xfrm>
            <a:off x="0" y="0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目录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-635" y="6600825"/>
            <a:ext cx="12192635" cy="2578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同侧圆角矩形 2"/>
          <p:cNvSpPr/>
          <p:nvPr/>
        </p:nvSpPr>
        <p:spPr>
          <a:xfrm>
            <a:off x="10209530" y="6600825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准备课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同侧圆角矩形 12"/>
          <p:cNvSpPr/>
          <p:nvPr/>
        </p:nvSpPr>
        <p:spPr>
          <a:xfrm>
            <a:off x="0" y="635"/>
            <a:ext cx="1982470" cy="257175"/>
          </a:xfrm>
          <a:prstGeom prst="round2Same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第一单元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257810"/>
            <a:ext cx="987107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《三角洲行动》是一款由琳琅天上团队研发运营的新一代战术射击游戏，支持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PC、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移动端多平台游玩，拥有25年历史的经典射击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IP。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游戏以硬核战术射击为核心，包含烽火地带、全面战场、黑鹰坠落战役等多种玩法模式，强调团队协作、战术策略和多样化武器载具系统。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游戏特色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多平台互通：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支持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PC、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手机双端畅玩，未来将登陆主机平台，实现跨平台联机对战。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经典玩法融合：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结合搜索撤离、大规模团战、载具作战、剧情战役等多种模式，还原特战干员作战体验。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深度战术系统：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提供数十种枪械改装、特色干员技能、战术道具运用，强调团队配合与策略制定。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载具作战：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可驾驶坦克、直升机、装甲车等近10款载具，体验海陆空多栖战斗。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 descr="i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505" y="923925"/>
            <a:ext cx="3326130" cy="19735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8" grpId="1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WPS 演示</Application>
  <PresentationFormat>宽屏</PresentationFormat>
  <Paragraphs>85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黑体</vt:lpstr>
      <vt:lpstr>楷体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Win11</dc:creator>
  <cp:lastModifiedBy>晴天</cp:lastModifiedBy>
  <cp:revision>180</cp:revision>
  <dcterms:created xsi:type="dcterms:W3CDTF">2019-06-19T02:08:00Z</dcterms:created>
  <dcterms:modified xsi:type="dcterms:W3CDTF">2026-09-18T11:36:31Z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C9A9605655534B50A985B1044CCF2630_11</vt:lpwstr>
  </property>
</Properties>
</file>